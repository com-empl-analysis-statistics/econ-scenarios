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1206499"/>
            <a:ext cx="7112000" cy="1397000"/>
          </a:xfrm>
        </p:spPr>
        <p:txBody>
          <a:bodyPr anchor="b"/>
          <a:lstStyle>
            <a:lvl1pPr algn="l">
              <a:defRPr sz="4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2730500"/>
            <a:ext cx="7112000" cy="15240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EC logo">
            <a:extLst>
              <a:ext uri="{FF2B5EF4-FFF2-40B4-BE49-F238E27FC236}">
                <a16:creationId xmlns:a16="http://schemas.microsoft.com/office/drawing/2014/main" id="{1B48DE5F-155B-F262-B3F8-65BE4F1501B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096000" y="3879228"/>
            <a:ext cx="2667000" cy="98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2"/>
            <a:ext cx="8229600" cy="3181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8" name="EC emblem">
            <a:extLst>
              <a:ext uri="{FF2B5EF4-FFF2-40B4-BE49-F238E27FC236}">
                <a16:creationId xmlns:a16="http://schemas.microsoft.com/office/drawing/2014/main" id="{91FA96DC-FB58-3EDA-0026-DB8BCBB63AB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C blue band">
            <a:extLst>
              <a:ext uri="{FF2B5EF4-FFF2-40B4-BE49-F238E27FC236}">
                <a16:creationId xmlns:a16="http://schemas.microsoft.com/office/drawing/2014/main" id="{8C075F88-A38D-F264-5256-14A0ED88B7D5}"/>
              </a:ext>
            </a:extLst>
          </p:cNvPr>
          <p:cNvSpPr/>
          <p:nvPr userDrawn="1"/>
        </p:nvSpPr>
        <p:spPr>
          <a:xfrm>
            <a:off x="0" y="0"/>
            <a:ext cx="9144000" cy="2828925"/>
          </a:xfrm>
          <a:prstGeom prst="rect">
            <a:avLst/>
          </a:prstGeom>
          <a:solidFill>
            <a:srgbClr val="00339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057525"/>
            <a:ext cx="7620000" cy="1831975"/>
          </a:xfrm>
        </p:spPr>
        <p:txBody>
          <a:bodyPr wrap="square" anchor="t">
            <a:noAutofit/>
          </a:bodyPr>
          <a:lstStyle>
            <a:lvl1pPr algn="l">
              <a:defRPr sz="3600" b="0" cap="none">
                <a:solidFill>
                  <a:srgbClr val="0033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9" name="EC emblem">
            <a:extLst>
              <a:ext uri="{FF2B5EF4-FFF2-40B4-BE49-F238E27FC236}">
                <a16:creationId xmlns:a16="http://schemas.microsoft.com/office/drawing/2014/main" id="{4F3A3487-922E-D64C-6BB7-2B40C1945A9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11" name="EC emblem">
            <a:extLst>
              <a:ext uri="{FF2B5EF4-FFF2-40B4-BE49-F238E27FC236}">
                <a16:creationId xmlns:a16="http://schemas.microsoft.com/office/drawing/2014/main" id="{F3466EB5-C18E-B188-88CD-303D29C413C6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7" name="EC emblem">
            <a:extLst>
              <a:ext uri="{FF2B5EF4-FFF2-40B4-BE49-F238E27FC236}">
                <a16:creationId xmlns:a16="http://schemas.microsoft.com/office/drawing/2014/main" id="{0A317759-14A7-66CD-74BD-B0BB971628BF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6" name="EC emblem">
            <a:extLst>
              <a:ext uri="{FF2B5EF4-FFF2-40B4-BE49-F238E27FC236}">
                <a16:creationId xmlns:a16="http://schemas.microsoft.com/office/drawing/2014/main" id="{833D7A78-EF0B-C776-CA1E-845DC3C6A5F9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04787"/>
            <a:ext cx="8229600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81000" y="4737100"/>
            <a:ext cx="1016000" cy="279400"/>
          </a:xfrm>
        </p:spPr>
        <p:txBody>
          <a:bodyPr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sz="1200"/>
          </a:p>
        </p:txBody>
      </p:sp>
      <p:pic>
        <p:nvPicPr>
          <p:cNvPr id="9" name="EC emblem">
            <a:extLst>
              <a:ext uri="{FF2B5EF4-FFF2-40B4-BE49-F238E27FC236}">
                <a16:creationId xmlns:a16="http://schemas.microsoft.com/office/drawing/2014/main" id="{C43B571D-BCB7-4808-A4A6-49C7F10BA7E8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800" y="3978716"/>
            <a:ext cx="1524000" cy="923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200" b="1" kern="1200">
          <a:solidFill>
            <a:srgbClr val="003399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404040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404040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404040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800" kern="1200">
          <a:solidFill>
            <a:srgbClr val="404040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800" kern="1200">
          <a:solidFill>
            <a:srgbClr val="404040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722313" y="2180035"/>
            <a:ext cx="7772400" cy="1125140"/>
          </a:xfrm>
        </p:spPr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3399"/>
      </a:hlink>
      <a:folHlink>
        <a:srgbClr val="0033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Thimo De Schouwer</cp:lastModifiedBy>
  <cp:revision>6</cp:revision>
  <dcterms:created xsi:type="dcterms:W3CDTF">2017-06-05T14:10:58Z</dcterms:created>
  <dcterms:modified xsi:type="dcterms:W3CDTF">2026-10-26T15:41:18Z</dcterms:modified>
</cp:coreProperties>
</file>